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21240" y="6519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Компјутерска физика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1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1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Интерполација и апроксимација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Кој метод кога го користиме?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DCEA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FC5C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2148840" cy="91440"/>
          </a:xfrm>
          <a:prstGeom prst="rect">
            <a:avLst/>
          </a:prstGeom>
          <a:solidFill>
            <a:srgbClr val="3D78A8"/>
          </a:solidFill>
          <a:ln w="12700">
            <a:solidFill>
              <a:srgbClr val="3D7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3D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ТЕЈЛОР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18379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Познато: f(x) и изводите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58368" y="2532888"/>
            <a:ext cx="18379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Идеја: локална апроксимација околу x₀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667512" y="3328416"/>
            <a:ext cx="181965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74720"/>
            <a:ext cx="1874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≈ Σ f⁽ⁿ⁾(x₀)(x−x₀)ⁿ / n!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i="1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код: сумирање членови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2743200" y="1298448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E4F0E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FC5C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298448"/>
            <a:ext cx="2148840" cy="91440"/>
          </a:xfrm>
          <a:prstGeom prst="rect">
            <a:avLst/>
          </a:prstGeom>
          <a:solidFill>
            <a:srgbClr val="4A8A62"/>
          </a:solidFill>
          <a:ln w="12700">
            <a:solidFill>
              <a:srgbClr val="4A8A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149961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4A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ЛАГРАНЖ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2898648" y="1956816"/>
            <a:ext cx="18379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Познато: точки (xᵢ, yᵢ)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898648" y="2532888"/>
            <a:ext cx="18379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Идеја: еден полином низ сите точки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2907792" y="3328416"/>
            <a:ext cx="181965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474720"/>
            <a:ext cx="1874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P(x) = Σ yᵢ Lᵢ(x)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288036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i="1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код: вгнездени производи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4983480" y="1298448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4E9D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FC5CC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298448"/>
            <a:ext cx="2148840" cy="91440"/>
          </a:xfrm>
          <a:prstGeom prst="rect">
            <a:avLst/>
          </a:prstGeom>
          <a:solidFill>
            <a:srgbClr val="B27A2F"/>
          </a:solidFill>
          <a:ln w="12700">
            <a:solidFill>
              <a:srgbClr val="B27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149961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B27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ЊУТН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5138928" y="1956816"/>
            <a:ext cx="18379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Познато: точки (xᵢ, yᵢ)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138928" y="2532888"/>
            <a:ext cx="18379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Идеја: истиот полином, граден постепено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5148072" y="3328416"/>
            <a:ext cx="181965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74720"/>
            <a:ext cx="1874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a₀ + a₁(x−x₀) + …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512064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i="1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код: поделени разлики</a:t>
            </a:r>
            <a:endParaRPr lang="en-US" sz="990" dirty="0"/>
          </a:p>
        </p:txBody>
      </p:sp>
      <p:sp>
        <p:nvSpPr>
          <p:cNvPr id="28" name="Shape 26"/>
          <p:cNvSpPr/>
          <p:nvPr/>
        </p:nvSpPr>
        <p:spPr>
          <a:xfrm>
            <a:off x="7223760" y="1298448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EDE3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FC5CC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298448"/>
            <a:ext cx="2148840" cy="91440"/>
          </a:xfrm>
          <a:prstGeom prst="rect">
            <a:avLst/>
          </a:prstGeom>
          <a:solidFill>
            <a:srgbClr val="7B5AA6"/>
          </a:solidFill>
          <a:ln w="12700">
            <a:solidFill>
              <a:srgbClr val="7B5A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149961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7B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КУБЕН СПЛАЈН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7379208" y="1956816"/>
            <a:ext cx="18379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Познато: точки (xᵢ, yᵢ)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7379208" y="2532888"/>
            <a:ext cx="18379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Идеја: кубен полином на секој интервал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7388352" y="3328416"/>
            <a:ext cx="1819656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3474720"/>
            <a:ext cx="1874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S, S′ и S″ се непрекинати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736092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i="1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код: тридијагонален систем</a:t>
            </a:r>
            <a:endParaRPr lang="en-US" sz="990" dirty="0"/>
          </a:p>
        </p:txBody>
      </p:sp>
      <p:sp>
        <p:nvSpPr>
          <p:cNvPr id="36" name="Shape 34"/>
          <p:cNvSpPr/>
          <p:nvPr/>
        </p:nvSpPr>
        <p:spPr>
          <a:xfrm>
            <a:off x="9464040" y="1298448"/>
            <a:ext cx="2221992" cy="3246120"/>
          </a:xfrm>
          <a:prstGeom prst="roundRect">
            <a:avLst>
              <a:gd name="adj" fmla="val 3292"/>
            </a:avLst>
          </a:prstGeom>
          <a:solidFill>
            <a:srgbClr val="F6E1E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FC5CC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464040" y="1298448"/>
            <a:ext cx="2221992" cy="91440"/>
          </a:xfrm>
          <a:prstGeom prst="rect">
            <a:avLst/>
          </a:prstGeom>
          <a:solidFill>
            <a:srgbClr val="B65761"/>
          </a:solidFill>
          <a:ln w="12700">
            <a:solidFill>
              <a:srgbClr val="B65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0344" y="149961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B65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НАЈМАЛИ КВАДРАТИ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9619488" y="1956816"/>
            <a:ext cx="19110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Познато: податоци со отстапувања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9619488" y="2532888"/>
            <a:ext cx="191109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E3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Идеја: најдобар глобален фит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9628632" y="3328416"/>
            <a:ext cx="189280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0" y="3474720"/>
            <a:ext cx="1947672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[yᵢ − g(xᵢ)]² → min</a:t>
            </a:r>
            <a:endParaRPr lang="en-US" sz="1160" dirty="0"/>
          </a:p>
        </p:txBody>
      </p:sp>
      <p:sp>
        <p:nvSpPr>
          <p:cNvPr id="43" name="Text 41"/>
          <p:cNvSpPr/>
          <p:nvPr/>
        </p:nvSpPr>
        <p:spPr>
          <a:xfrm>
            <a:off x="9601200" y="406908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i="1" dirty="0">
                <a:solidFill>
                  <a:srgbClr val="5963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 код: суми + систем за параметри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502920" y="4828032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02005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6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КЛУЧНА РАЗЛИКА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331720" y="4965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ИНТЕРПОЛАЦИЈА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12848" y="5285232"/>
            <a:ext cx="21488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54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P(xᵢ) = yᵢ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354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кривата минува низ зададените точки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6903720" y="4965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4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АПРОКСИМАЦИЈА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65392" y="5285232"/>
            <a:ext cx="2743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54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мора да минува низ сите точки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354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 оптимизира критериумот за грешка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6089904" y="4992624"/>
            <a:ext cx="0" cy="713232"/>
          </a:xfrm>
          <a:prstGeom prst="line">
            <a:avLst/>
          </a:prstGeom>
          <a:noFill/>
          <a:ln w="15240">
            <a:solidFill>
              <a:srgbClr val="D2D7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1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Интерполација и апроксимација – кратко резиме</dc:title>
  <dc:subject>Интерполација и апроксимација</dc:subject>
  <dc:creator>OpenAI</dc:creator>
  <cp:lastModifiedBy>OpenAI</cp:lastModifiedBy>
  <cp:revision>1</cp:revision>
  <dcterms:created xsi:type="dcterms:W3CDTF">2026-10-04T21:22:45Z</dcterms:created>
  <dcterms:modified xsi:type="dcterms:W3CDTF">2026-10-04T21:22:45Z</dcterms:modified>
</cp:coreProperties>
</file>